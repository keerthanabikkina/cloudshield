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CBA11-7F69-4F83-AD84-6BB6F0DCB541}" v="3" dt="2026-10-03T20:16:52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3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706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7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06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0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98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63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5059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9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97060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5659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069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506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4506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812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0667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139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66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18240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5733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186274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3748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290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9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31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80952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902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30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943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Amazon Inspector</a:t>
            </a:r>
          </a:p>
          <a:p>
            <a:pPr>
              <a:defRPr sz="2700" b="1">
                <a:solidFill>
                  <a:srgbClr val="25BEDC"/>
                </a:solidFill>
                <a:latin typeface="Aptos Display"/>
              </a:defRPr>
            </a:pPr>
            <a:r>
              <a:rPr dirty="0"/>
              <a:t>Vulnerability Scanning for EC2 &amp; ECR</a:t>
            </a:r>
          </a:p>
          <a:p>
            <a:pPr>
              <a:defRPr sz="1600">
                <a:solidFill>
                  <a:srgbClr val="B2C1D2"/>
                </a:solidFill>
                <a:latin typeface="Aptos"/>
              </a:defRPr>
            </a:pPr>
            <a:r>
              <a:rPr dirty="0"/>
              <a:t>Cloud Security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566160"/>
            <a:ext cx="205740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DETECT • FIX •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160520"/>
            <a:ext cx="5577840" cy="164592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4160520"/>
            <a:ext cx="54864" cy="164592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4297680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27448"/>
            <a:ext cx="240161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lang="en-US" dirty="0"/>
              <a:t>2400031870 – K. Thanu Sree</a:t>
            </a:r>
          </a:p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2400031880 – Nanduri Vaibhavi</a:t>
            </a:r>
            <a:br>
              <a:rPr dirty="0"/>
            </a:br>
            <a:r>
              <a:rPr dirty="0"/>
              <a:t>2400031895 – </a:t>
            </a:r>
            <a:r>
              <a:rPr dirty="0" err="1"/>
              <a:t>Bikkina</a:t>
            </a:r>
            <a:r>
              <a:rPr dirty="0"/>
              <a:t> Keerthana</a:t>
            </a:r>
            <a:br>
              <a:rPr dirty="0"/>
            </a:br>
            <a:r>
              <a:rPr dirty="0"/>
              <a:t>2400031</a:t>
            </a:r>
            <a:r>
              <a:rPr lang="en-US" dirty="0"/>
              <a:t>898 – Karthik Katuri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What is the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Automated vulnerability detection for AWS workloads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256032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4864" cy="256032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659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01 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03076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Find known security vulnerabilities</a:t>
            </a:r>
            <a:br>
              <a:rPr lang="en-US" dirty="0"/>
            </a:br>
            <a:r>
              <a:rPr dirty="0"/>
              <a:t> in AWS resources.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37560" cy="256032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828800"/>
            <a:ext cx="54864" cy="256032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9659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02  REMEDIATE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95728"/>
            <a:ext cx="296658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Identify the affected package and </a:t>
            </a:r>
            <a:br>
              <a:rPr lang="en-US" dirty="0"/>
            </a:br>
            <a:r>
              <a:rPr dirty="0"/>
              <a:t>apply the recommended fix.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828800"/>
            <a:ext cx="3337560" cy="256032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828800"/>
            <a:ext cx="54864" cy="2560320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19659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03 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395728"/>
            <a:ext cx="308411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Run another scan and compare the</a:t>
            </a:r>
            <a:br>
              <a:rPr lang="en-US" dirty="0"/>
            </a:br>
            <a:r>
              <a:rPr dirty="0"/>
              <a:t> result after the fix.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EC2 &amp; ECR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Two resource types covered by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3832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4864" cy="338328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C"/>
                </a:solidFill>
                <a:latin typeface="Aptos"/>
              </a:defRPr>
            </a:pPr>
            <a:r>
              <a:t>EC2  |  Elastic Compute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517135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A virtual computer / server running in AWS.</a:t>
            </a:r>
            <a:br>
              <a:rPr dirty="0"/>
            </a:br>
            <a:br>
              <a:rPr dirty="0"/>
            </a:br>
            <a:r>
              <a:rPr dirty="0"/>
              <a:t>The server contains an operating system, applications and </a:t>
            </a:r>
            <a:br>
              <a:rPr lang="en-US" dirty="0"/>
            </a:br>
            <a:r>
              <a:rPr dirty="0"/>
              <a:t>software packages that may become outdated or vulnerable.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33832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4864" cy="33832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C"/>
                </a:solidFill>
                <a:latin typeface="Aptos"/>
              </a:defRPr>
            </a:pPr>
            <a:r>
              <a:t>ECR  |  Elastic Container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04288"/>
            <a:ext cx="4741298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An AWS service used to store Docker container images.</a:t>
            </a:r>
            <a:br>
              <a:rPr dirty="0"/>
            </a:br>
            <a:br>
              <a:rPr dirty="0"/>
            </a:br>
            <a:r>
              <a:rPr dirty="0"/>
              <a:t>The image can contain operating-system packages and </a:t>
            </a:r>
            <a:br>
              <a:rPr lang="en-US" dirty="0"/>
            </a:br>
            <a:r>
              <a:rPr dirty="0"/>
              <a:t>application dependencies that may have known </a:t>
            </a:r>
            <a:br>
              <a:rPr lang="en-US" dirty="0"/>
            </a:br>
            <a:r>
              <a:rPr dirty="0"/>
              <a:t>vulnerabilities.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5440680"/>
            <a:ext cx="3200400" cy="384048"/>
          </a:xfrm>
          <a:prstGeom prst="round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EC2 → SOFTWARE / PACKAGES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5440680"/>
            <a:ext cx="320040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ECR → DOCKER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What is Amazon Inspector?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AWS security service used to identify known software vulnerabilities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06324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4864" cy="13258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79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2697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Automatically assess supported resources.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06324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54864" cy="132588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79476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24528"/>
            <a:ext cx="279768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Generate vulnerability findings and CVE</a:t>
            </a:r>
            <a:br>
              <a:rPr lang="en-US" dirty="0"/>
            </a:br>
            <a:r>
              <a:rPr dirty="0"/>
              <a:t>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74519"/>
            <a:ext cx="306324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1874519"/>
            <a:ext cx="54864" cy="13258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13648" y="2011679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441448"/>
            <a:ext cx="26140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Show severity such as Critical, High, </a:t>
            </a:r>
            <a:br>
              <a:rPr lang="en-US" dirty="0"/>
            </a:br>
            <a:r>
              <a:rPr dirty="0"/>
              <a:t>Medium and Low.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657600"/>
            <a:ext cx="306324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3657600"/>
            <a:ext cx="54864" cy="132588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13648" y="379476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4224528"/>
            <a:ext cx="27372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Provide information that helps identify </a:t>
            </a:r>
            <a:br>
              <a:rPr lang="en-US" dirty="0"/>
            </a:br>
            <a:r>
              <a:rPr dirty="0"/>
              <a:t>the recommended fix.</a:t>
            </a:r>
          </a:p>
        </p:txBody>
      </p:sp>
      <p:sp>
        <p:nvSpPr>
          <p:cNvPr id="22" name="Oval 21"/>
          <p:cNvSpPr/>
          <p:nvPr/>
        </p:nvSpPr>
        <p:spPr>
          <a:xfrm>
            <a:off x="4655333" y="2148926"/>
            <a:ext cx="2834640" cy="1828800"/>
          </a:xfrm>
          <a:prstGeom prst="ellipse">
            <a:avLst/>
          </a:prstGeom>
          <a:solidFill>
            <a:srgbClr val="143A4E"/>
          </a:solidFill>
          <a:ln>
            <a:solidFill>
              <a:srgbClr val="25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8FC"/>
                </a:solidFill>
              </a:defRPr>
            </a:pPr>
            <a:r>
              <a:rPr dirty="0"/>
              <a:t>AMAZON</a:t>
            </a:r>
            <a:br>
              <a:rPr dirty="0"/>
            </a:br>
            <a:r>
              <a:rPr dirty="0"/>
              <a:t>INSPECTOR</a:t>
            </a: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3794760" y="2514600"/>
            <a:ext cx="937261" cy="246888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</p:cNvCxnSpPr>
          <p:nvPr/>
        </p:nvCxnSpPr>
        <p:spPr>
          <a:xfrm flipV="1">
            <a:off x="7387315" y="2514600"/>
            <a:ext cx="979445" cy="246888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 flipV="1">
            <a:off x="3832373" y="3401569"/>
            <a:ext cx="972313" cy="1111709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</p:cNvCxnSpPr>
          <p:nvPr/>
        </p:nvCxnSpPr>
        <p:spPr>
          <a:xfrm>
            <a:off x="7387315" y="3430428"/>
            <a:ext cx="1025165" cy="1024932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Why is Vulnerability Scanning Needed?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The security problem addressed by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6766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rPr dirty="0"/>
              <a:t>• Outdated software may contain known security weaknesses.</a:t>
            </a:r>
          </a:p>
          <a:p>
            <a:pPr>
              <a:spcAft>
                <a:spcPts val="10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rPr dirty="0"/>
              <a:t>• Manually checking every package is difficult and time-consuming.</a:t>
            </a:r>
          </a:p>
          <a:p>
            <a:pPr>
              <a:spcAft>
                <a:spcPts val="10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rPr dirty="0"/>
              <a:t>• Early detection helps reduce security risks and protect cloud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874519"/>
            <a:ext cx="3154680" cy="123444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01000" y="1874519"/>
            <a:ext cx="54864" cy="123444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02168" y="2011679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2441448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Known weaknesses can remain unnoticed.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429000"/>
            <a:ext cx="3154680" cy="123444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3429000"/>
            <a:ext cx="54864" cy="123444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356616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3995928"/>
            <a:ext cx="24605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Large environments contain many </a:t>
            </a:r>
            <a:br>
              <a:rPr lang="en-US" dirty="0"/>
            </a:br>
            <a:r>
              <a:rPr dirty="0"/>
              <a:t>packages and images.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983480"/>
            <a:ext cx="3154680" cy="123444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4983480"/>
            <a:ext cx="54864" cy="123444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512064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5550408"/>
            <a:ext cx="23450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Automate detection and support</a:t>
            </a:r>
            <a:br>
              <a:rPr lang="en-US" dirty="0"/>
            </a:br>
            <a:r>
              <a:rPr dirty="0"/>
              <a:t> remediation.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What the project is designed to achieve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54864" cy="160020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01  Scan EC2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Detect vulnerabilities in EC2 instances.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783080"/>
            <a:ext cx="54864" cy="160020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02  Scan ECR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5000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Scan Docker images stored in ECR.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78308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783080"/>
            <a:ext cx="54864" cy="1600200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03 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35000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Identify CVEs and understand severity.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54864" cy="160020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9319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04  Remediate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6168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Fix vulnerable software and images.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9476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3794760"/>
            <a:ext cx="54864" cy="160020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8" y="39319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05 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36168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Rescan and compare results after fixing.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67075-F869-3423-A8CE-D04CA7BD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DCD25B-867C-C6E9-A974-B751F969F97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5E50C4-3D1C-53ED-04BF-D7E251D27BF3}"/>
              </a:ext>
            </a:extLst>
          </p:cNvPr>
          <p:cNvSpPr txBox="1"/>
          <p:nvPr/>
        </p:nvSpPr>
        <p:spPr>
          <a:xfrm>
            <a:off x="594360" y="621792"/>
            <a:ext cx="33432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Project </a:t>
            </a:r>
            <a:r>
              <a:rPr lang="en-IN" dirty="0"/>
              <a:t>Architecture:</a:t>
            </a:r>
            <a:endParaRPr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B21577B-4520-276A-F2D0-BC47EA487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99" y="1237865"/>
            <a:ext cx="10234568" cy="499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20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EC2 Scanning —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From instance creation to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Launch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62763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Use a supported operating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96312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780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Run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478024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Install or run the required application/software.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46704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284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Enable Inspector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328416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Enable Amazon Inspector for EC2 scanning.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7880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Review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17880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Check vulnerable packages, CVEs, severity and recommended fixes.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47488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29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Update &amp;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02920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Update vulnerable packages and perform another scan.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ECR Scanning —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Container image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240280"/>
            <a:ext cx="54864" cy="132588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Dockerfile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Build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2898648"/>
            <a:ext cx="201169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30552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0552" y="2240280"/>
            <a:ext cx="54864" cy="13258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Docker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Package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02152" y="2898648"/>
            <a:ext cx="20116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58184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58184" y="2240280"/>
            <a:ext cx="54864" cy="1325880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9352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ECR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Push / Store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29784" y="2898648"/>
            <a:ext cx="20116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85816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85816" y="2240280"/>
            <a:ext cx="54864" cy="13258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86983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Inspector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6983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Scan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57416" y="2898648"/>
            <a:ext cx="201167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13448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13448" y="2240280"/>
            <a:ext cx="54864" cy="132588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14616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Analyze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85048" y="2898648"/>
            <a:ext cx="20116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41080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41080" y="2240280"/>
            <a:ext cx="54864" cy="132588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42248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Rebuild / Push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12680" y="2898648"/>
            <a:ext cx="20116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68712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268712" y="2240280"/>
            <a:ext cx="54864" cy="13258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69880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Rescan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7780" y="4160520"/>
            <a:ext cx="123179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8FC"/>
                </a:solidFill>
              </a:defRPr>
            </a:pPr>
            <a:r>
              <a:rPr b="1" dirty="0"/>
              <a:t>Key output: </a:t>
            </a:r>
            <a:endParaRPr lang="en-IN" b="1" dirty="0"/>
          </a:p>
          <a:p>
            <a:pPr>
              <a:defRPr sz="1800">
                <a:solidFill>
                  <a:srgbClr val="F5F8FC"/>
                </a:solidFill>
              </a:defRPr>
            </a:pPr>
            <a:r>
              <a:rPr lang="en-IN" dirty="0"/>
              <a:t>A</a:t>
            </a:r>
            <a:r>
              <a:rPr dirty="0"/>
              <a:t> vulnerability finding associated with the container image, including affected package/dependency, CVE and severity.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Understanding CVE &amp;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How vulnerability findings are described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846320" cy="33832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4864" cy="33832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30823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rPr sz="1400" dirty="0"/>
              <a:t>CVE  |  Common Vulnerabilities and </a:t>
            </a:r>
            <a:br>
              <a:rPr lang="en-US" sz="1400" dirty="0"/>
            </a:br>
            <a:r>
              <a:rPr sz="1400" dirty="0"/>
              <a:t>Exposures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4114973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A CVE is an identifier for a publicly known security </a:t>
            </a:r>
            <a:br>
              <a:rPr lang="en-US" dirty="0"/>
            </a:br>
            <a:r>
              <a:rPr dirty="0"/>
              <a:t>vulnerability.</a:t>
            </a:r>
            <a:br>
              <a:rPr dirty="0"/>
            </a:br>
            <a:br>
              <a:rPr dirty="0"/>
            </a:br>
            <a:r>
              <a:rPr dirty="0"/>
              <a:t>Example format:</a:t>
            </a:r>
            <a:br>
              <a:rPr dirty="0"/>
            </a:br>
            <a:r>
              <a:rPr dirty="0"/>
              <a:t>CVE-YYYY-NNNNN</a:t>
            </a:r>
            <a:br>
              <a:rPr dirty="0"/>
            </a:br>
            <a:br>
              <a:rPr dirty="0"/>
            </a:br>
            <a:r>
              <a:rPr dirty="0"/>
              <a:t>The identifier helps teams refer to the same known </a:t>
            </a:r>
            <a:br>
              <a:rPr lang="en-US" dirty="0"/>
            </a:br>
            <a:r>
              <a:rPr dirty="0"/>
              <a:t>vulnerability consistently.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91640"/>
            <a:ext cx="5212080" cy="82296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1691640"/>
            <a:ext cx="54864" cy="82296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0488" y="18288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258568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Highest severity 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697480"/>
            <a:ext cx="5212080" cy="82296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2697480"/>
            <a:ext cx="54864" cy="82296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834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264408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High priority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703320"/>
            <a:ext cx="5212080" cy="82296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3703320"/>
            <a:ext cx="54864" cy="82296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3840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270248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Moderate severity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4709160"/>
            <a:ext cx="5212080" cy="82296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4709160"/>
            <a:ext cx="54864" cy="82296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0488" y="4846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5276088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Lower severity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Vulnerability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Turning a finding into a verified 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48640" cy="384048"/>
          </a:xfrm>
          <a:prstGeom prst="round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423160"/>
            <a:ext cx="54864" cy="1874519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90088"/>
            <a:ext cx="171713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Identify affected package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 or dependency.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355848"/>
            <a:ext cx="24688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28800"/>
            <a:ext cx="548640" cy="384048"/>
          </a:xfrm>
          <a:prstGeom prst="round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0360" y="2423160"/>
            <a:ext cx="54864" cy="1874519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81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990088"/>
            <a:ext cx="176683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Review the recommended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 fixed version.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3355848"/>
            <a:ext cx="24688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60" y="1828800"/>
            <a:ext cx="548640" cy="384048"/>
          </a:xfrm>
          <a:prstGeom prst="round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66360" y="2423160"/>
            <a:ext cx="54864" cy="1874519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67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2990088"/>
            <a:ext cx="1563248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Patch EC2 software or 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update Docker base 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image/dependencies.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0" y="3355848"/>
            <a:ext cx="24688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52360" y="1828800"/>
            <a:ext cx="548640" cy="384048"/>
          </a:xfrm>
          <a:prstGeom prst="round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52360" y="2423160"/>
            <a:ext cx="54864" cy="1874519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53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Rebuild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2990088"/>
            <a:ext cx="176362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For ECR, rebuild and push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 the updated image.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18320" y="3355848"/>
            <a:ext cx="24688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38360" y="1828800"/>
            <a:ext cx="548640" cy="384048"/>
          </a:xfrm>
          <a:prstGeom prst="round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38360" y="2423160"/>
            <a:ext cx="54864" cy="1874519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39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2990088"/>
            <a:ext cx="176683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Run another scan and 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confirm the improvement.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0" y="4892040"/>
            <a:ext cx="429768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BEFORE  →  FIX  →  AFTER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Expected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What the completed project should demonstrate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20574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4864" cy="205740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EC2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3750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Identify vulnerabilities in EC2 and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understand which packages are affected.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737360"/>
            <a:ext cx="3474720" cy="20574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1688" y="1737360"/>
            <a:ext cx="54864" cy="205740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5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ECR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304288"/>
            <a:ext cx="28888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Identify vulnerabilities in container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images and their dependencies.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737360"/>
            <a:ext cx="3474720" cy="20574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7575" y="1737360"/>
            <a:ext cx="54864" cy="2057400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SEVERITY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304288"/>
            <a:ext cx="28667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View CVE information and severity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categories for findings.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4160520"/>
            <a:ext cx="347472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14600" y="4160520"/>
            <a:ext cx="54864" cy="160020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15768" y="4297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7274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Update affected software or images.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4160520"/>
            <a:ext cx="347472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0488" y="4160520"/>
            <a:ext cx="54864" cy="160020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1655" y="4297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5" y="4727448"/>
            <a:ext cx="318298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rPr dirty="0"/>
              <a:t>Demonstrate security improvement using </a:t>
            </a:r>
            <a:endParaRPr lang="en-US" dirty="0"/>
          </a:p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rPr dirty="0"/>
              <a:t>before-and-after scans.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How the project can be extended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468880" cy="2743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274320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23181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Automatic alerts for Critical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 or High findings.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965960"/>
            <a:ext cx="2468880" cy="2743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39" y="1965960"/>
            <a:ext cx="54864" cy="274320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532888"/>
            <a:ext cx="19768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Security dashboard for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vulnerability 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965960"/>
            <a:ext cx="2468880" cy="2743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1965960"/>
            <a:ext cx="54864" cy="274320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532888"/>
            <a:ext cx="19822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Integrate scanning into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CI/CD pipelines.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965960"/>
            <a:ext cx="2468880" cy="2743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965960"/>
            <a:ext cx="54864" cy="274320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532888"/>
            <a:ext cx="22428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Automate parts of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remediation and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0A34B-B2E1-7104-7E87-106D3FBB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65846A-4923-EA3A-D550-10C6A09BC18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114DE-E687-72C7-F5E1-5937B2384D74}"/>
              </a:ext>
            </a:extLst>
          </p:cNvPr>
          <p:cNvSpPr txBox="1"/>
          <p:nvPr/>
        </p:nvSpPr>
        <p:spPr>
          <a:xfrm>
            <a:off x="594360" y="621792"/>
            <a:ext cx="16621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 lang="en-IN" dirty="0"/>
              <a:t>Outputs : 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2AC414C-081F-E9EA-4EEB-368E00F3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8" y="1220513"/>
            <a:ext cx="5827399" cy="39471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ACEC3B-13DF-FF81-7829-BD1CAEBB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483" y="2181139"/>
            <a:ext cx="5503177" cy="42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49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E7883-E353-AF6A-B907-CFE17F6B5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95" y="872456"/>
            <a:ext cx="5939405" cy="4186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9A8A23-936E-6468-DD0F-FD64CB59A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70745"/>
            <a:ext cx="5687985" cy="429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67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A continuous security workflow for cloud workloads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82880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249424"/>
            <a:ext cx="457200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2057400"/>
            <a:ext cx="1828800" cy="384048"/>
          </a:xfrm>
          <a:prstGeom prst="round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ANALYZE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74920" y="2249424"/>
            <a:ext cx="457200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0" y="2057400"/>
            <a:ext cx="1828800" cy="384048"/>
          </a:xfrm>
          <a:prstGeom prst="round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FIX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2249424"/>
            <a:ext cx="457200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2440" y="2057400"/>
            <a:ext cx="1828800" cy="384048"/>
          </a:xfrm>
          <a:prstGeom prst="round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RESCAN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54680"/>
            <a:ext cx="9966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Amazon Inspector helps identify known vulnerabilities in cloud workloads.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Our project demonstrates scanning of EC2 instances and ECR container images.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The complete approach is Detect → Analyze → Fix → Rescan.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This helps maintain a safer and more secure AWS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260</TotalTime>
  <Words>772</Words>
  <Application>Microsoft Office PowerPoint</Application>
  <PresentationFormat>Widescreen</PresentationFormat>
  <Paragraphs>170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keerthi12</dc:creator>
  <cp:keywords/>
  <dc:description>generated using python-pptx</dc:description>
  <cp:lastModifiedBy>BIKKINA KEERTHANA</cp:lastModifiedBy>
  <cp:revision>3</cp:revision>
  <dcterms:created xsi:type="dcterms:W3CDTF">2013-01-27T09:14:16Z</dcterms:created>
  <dcterms:modified xsi:type="dcterms:W3CDTF">2026-10-03T20:16:53Z</dcterms:modified>
  <cp:category/>
</cp:coreProperties>
</file>